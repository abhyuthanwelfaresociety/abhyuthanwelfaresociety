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2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9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7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4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35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40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5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7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7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5739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4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6138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68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47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4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6568C-69E8-4B61-B526-04670813615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BAD78CB-A5E2-4F40-B667-BD389545E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7385" y="-524232"/>
            <a:ext cx="4864386" cy="1267883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>Event Glimpse</a:t>
            </a:r>
            <a:endParaRPr lang="en-US" b="1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4559" y="1370272"/>
            <a:ext cx="2889775" cy="2187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66543" y="1317087"/>
            <a:ext cx="2963197" cy="2222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5" r="24986"/>
          <a:stretch/>
        </p:blipFill>
        <p:spPr>
          <a:xfrm>
            <a:off x="9040267" y="1019258"/>
            <a:ext cx="2409128" cy="2963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73"/>
          <a:stretch/>
        </p:blipFill>
        <p:spPr>
          <a:xfrm>
            <a:off x="2803973" y="4112920"/>
            <a:ext cx="6673856" cy="2565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206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5"/>
          <a:stretch/>
        </p:blipFill>
        <p:spPr>
          <a:xfrm rot="5400000">
            <a:off x="1809967" y="31490"/>
            <a:ext cx="3023982" cy="3283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4"/>
          <a:stretch/>
        </p:blipFill>
        <p:spPr>
          <a:xfrm rot="5400000">
            <a:off x="6491084" y="156367"/>
            <a:ext cx="3094789" cy="2963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3" r="6589"/>
          <a:stretch/>
        </p:blipFill>
        <p:spPr>
          <a:xfrm rot="5400000">
            <a:off x="3548375" y="3427906"/>
            <a:ext cx="3332497" cy="3389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5" t="13783" r="28222" b="12518"/>
          <a:stretch/>
        </p:blipFill>
        <p:spPr>
          <a:xfrm rot="5400000">
            <a:off x="8489455" y="3526731"/>
            <a:ext cx="3332497" cy="31918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789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Wisp</vt:lpstr>
      <vt:lpstr>Event Glimpse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Glimpse</dc:title>
  <dc:creator>NP</dc:creator>
  <cp:lastModifiedBy>NP</cp:lastModifiedBy>
  <cp:revision>4</cp:revision>
  <dcterms:created xsi:type="dcterms:W3CDTF">2025-12-12T06:01:30Z</dcterms:created>
  <dcterms:modified xsi:type="dcterms:W3CDTF">2025-12-12T06:21:11Z</dcterms:modified>
</cp:coreProperties>
</file>